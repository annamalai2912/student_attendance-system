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96" r:id="rId3"/>
    <p:sldId id="26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992B9-123C-4DD2-9F4E-FA7F513F8F9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A305E-7805-4D90-8652-93E28645CBC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35B4-AA36-4905-9065-7795F568722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5BCF-F6A5-4E2F-8C5A-C8D5BF5ADDC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9261-2B95-4C2D-BD84-876B6502ECF7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A7B6-55FE-4D07-B40A-E861B7240F08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1008-1F56-4E8A-8C58-DB0FEC961517}" type="datetime1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442B-3528-4EFD-9517-C9DE3B402135}" type="datetime1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C2CC-A102-4DEE-9B12-9FD1B8BA56E3}" type="datetime1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C2FB-72B5-48D0-B010-78AE572CC7F3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6CFF9-A6B0-4483-80D0-93609A4060C7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929F-909F-4C44-8EF3-EEDC4469D4DD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E871F-F158-43A4-AB90-5A3B26197485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0D385-8702-4D4D-9C6C-A6C42CCEB434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9A5B0-5DC3-45AD-8579-8EB4A7AB2B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6824" y="2443022"/>
            <a:ext cx="10086975" cy="1038225"/>
          </a:xfrm>
        </p:spPr>
        <p:txBody>
          <a:bodyPr>
            <a:noAutofit/>
          </a:bodyPr>
          <a:lstStyle/>
          <a:p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ELECTRONICS AND COMMUNICATION ENGINEERING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ATTENDANCE 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MONITROING AND FEE NOTIFICATION SYSTEM WITH PARENT ALERT MECHANISM</a:t>
            </a:r>
            <a:endParaRPr lang="en-I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8182" y="4581526"/>
            <a:ext cx="5984568" cy="208343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IN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MEMBERS :</a:t>
            </a:r>
          </a:p>
          <a:p>
            <a:pPr algn="l"/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IN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REG NO</a:t>
            </a:r>
            <a:endParaRPr lang="en-US" altLang="en-IN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en-IN" sz="2200" dirty="0">
                <a:latin typeface="Arial" panose="020B0604020202020204" pitchFamily="34" charset="0"/>
                <a:cs typeface="Arial" panose="020B0604020202020204" pitchFamily="34" charset="0"/>
              </a:rPr>
              <a:t>GOKUL KUMAR .L    231081102603</a:t>
            </a:r>
          </a:p>
          <a:p>
            <a:pPr algn="l"/>
            <a:r>
              <a:rPr lang="en-US" alt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SANJAY .S                 231081101069</a:t>
            </a:r>
          </a:p>
          <a:p>
            <a:pPr algn="l"/>
            <a:r>
              <a:rPr lang="en-US" alt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SANTHOSH .S           231081101071</a:t>
            </a:r>
          </a:p>
          <a:p>
            <a:pPr algn="l"/>
            <a:r>
              <a:rPr lang="en-US" altLang="en-IN" sz="2200" dirty="0">
                <a:latin typeface="Arial" panose="020B0604020202020204" pitchFamily="34" charset="0"/>
                <a:cs typeface="Arial" panose="020B0604020202020204" pitchFamily="34" charset="0"/>
              </a:rPr>
              <a:t>PRAKASH .S             231081101057             </a:t>
            </a:r>
          </a:p>
          <a:p>
            <a:pPr algn="l"/>
            <a:r>
              <a:rPr lang="en-US" alt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l"/>
            <a:endParaRPr lang="en-US" altLang="en-IN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262" y="-19050"/>
            <a:ext cx="6739285" cy="1038225"/>
          </a:xfrm>
          <a:prstGeom prst="rect">
            <a:avLst/>
          </a:prstGeom>
        </p:spPr>
      </p:pic>
      <p:sp>
        <p:nvSpPr>
          <p:cNvPr id="11" name="Subtitle 2"/>
          <p:cNvSpPr txBox="1"/>
          <p:nvPr/>
        </p:nvSpPr>
        <p:spPr>
          <a:xfrm>
            <a:off x="8477250" y="4581525"/>
            <a:ext cx="4379912" cy="110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200" b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 NAME:</a:t>
            </a:r>
            <a:br>
              <a:rPr lang="en-US" sz="22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A. ABILASHA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3429000"/>
            <a:ext cx="10937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        </a:t>
            </a:r>
          </a:p>
          <a:p>
            <a:r>
              <a:rPr lang="en-IN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  <a:r>
              <a:rPr lang="en-I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NO : 8</a:t>
            </a:r>
            <a:endParaRPr lang="en-US" sz="22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6317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5BCF-F6A5-4E2F-8C5A-C8D5BF5ADDC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95300" y="1580150"/>
            <a:ext cx="11430000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the Communication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digital age, educational institutions require automated solutions to handle administrative tasks efficiently. This project focuses on a "Full-Stack" approach to monitor student regularities and financial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commitments.The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acts as a central hub for teachers, administrators, and parents to stay informed in real-time about attendance percentages and pending fee statuses.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313752" y="371804"/>
            <a:ext cx="10116696" cy="9157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74573-7106-447D-8939-880DA93D78B1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5F8D33-D398-4BFE-9B36-69E4BB097A65}"/>
              </a:ext>
            </a:extLst>
          </p:cNvPr>
          <p:cNvSpPr/>
          <p:nvPr/>
        </p:nvSpPr>
        <p:spPr>
          <a:xfrm>
            <a:off x="1333499" y="942974"/>
            <a:ext cx="46672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11F2B8-4BD6-4CB0-8D95-864D67EE2AA9}"/>
              </a:ext>
            </a:extLst>
          </p:cNvPr>
          <p:cNvSpPr/>
          <p:nvPr/>
        </p:nvSpPr>
        <p:spPr>
          <a:xfrm>
            <a:off x="1333499" y="1657352"/>
            <a:ext cx="102203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Automation:To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the manual attendance register with a digital, real-time tracking interface</a:t>
            </a:r>
            <a:r>
              <a:rPr lang="en-IN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FD399A-2CBA-4402-B05B-FC52A4680F0D}"/>
              </a:ext>
            </a:extLst>
          </p:cNvPr>
          <p:cNvSpPr/>
          <p:nvPr/>
        </p:nvSpPr>
        <p:spPr>
          <a:xfrm>
            <a:off x="1333499" y="2247901"/>
            <a:ext cx="78105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Alerts: To implement an instant notification system for parents via SMS and Email APIs.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9DCF83-01A2-4076-9A1C-BDF0D6DBD5D1}"/>
              </a:ext>
            </a:extLst>
          </p:cNvPr>
          <p:cNvSpPr/>
          <p:nvPr/>
        </p:nvSpPr>
        <p:spPr>
          <a:xfrm>
            <a:off x="1333499" y="3115449"/>
            <a:ext cx="12582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Analytics: To provide graphical insights into attendance trends and fee recovery rates.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0395A-F821-4B5B-91E7-05770FCE53A8}"/>
              </a:ext>
            </a:extLst>
          </p:cNvPr>
          <p:cNvSpPr/>
          <p:nvPr/>
        </p:nvSpPr>
        <p:spPr>
          <a:xfrm>
            <a:off x="1333499" y="3533775"/>
            <a:ext cx="96774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 To ensure secure storage of student records using modern database encryption.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5BAA0A-1F56-4B58-9513-89705E019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1495FB-DDB3-42C3-8A73-BAB173B2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EB5DC2-DE99-414A-8200-8F38ED97351A}"/>
              </a:ext>
            </a:extLst>
          </p:cNvPr>
          <p:cNvSpPr/>
          <p:nvPr/>
        </p:nvSpPr>
        <p:spPr>
          <a:xfrm>
            <a:off x="609600" y="419100"/>
            <a:ext cx="66893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Statement: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D96562-BF59-4490-9A1C-751C6AE16864}"/>
              </a:ext>
            </a:extLst>
          </p:cNvPr>
          <p:cNvSpPr/>
          <p:nvPr/>
        </p:nvSpPr>
        <p:spPr>
          <a:xfrm>
            <a:off x="609600" y="1000126"/>
            <a:ext cx="8534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Errors: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paper-based attendance is prone to human error and data manipulation by students.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D93938-D965-416F-81F1-70892226C059}"/>
              </a:ext>
            </a:extLst>
          </p:cNvPr>
          <p:cNvSpPr/>
          <p:nvPr/>
        </p:nvSpPr>
        <p:spPr>
          <a:xfrm>
            <a:off x="609600" y="2324100"/>
            <a:ext cx="853440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Delay: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Parents are often unaware of their child's absence until the end of the semester or through physical letters.</a:t>
            </a:r>
          </a:p>
          <a:p>
            <a:endParaRPr lang="en-IN" dirty="0"/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 Collection Delays: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tracking of fees leading to financial backlog and manual reminder burdens on staff.</a:t>
            </a:r>
          </a:p>
        </p:txBody>
      </p:sp>
    </p:spTree>
    <p:extLst>
      <p:ext uri="{BB962C8B-B14F-4D97-AF65-F5344CB8AC3E}">
        <p14:creationId xmlns:p14="http://schemas.microsoft.com/office/powerpoint/2010/main" val="357352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0321B-5CAA-40AD-A191-7E98069F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C2CC-A102-4DEE-9B12-9FD1B8BA56E3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489C7F-2A15-45FF-A2D8-4A4BDA5B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89C55-0D60-4EFF-8B9F-D50615094C94}"/>
              </a:ext>
            </a:extLst>
          </p:cNvPr>
          <p:cNvSpPr/>
          <p:nvPr/>
        </p:nvSpPr>
        <p:spPr>
          <a:xfrm>
            <a:off x="523875" y="704850"/>
            <a:ext cx="102108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endParaRPr lang="en-IN" dirty="0"/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unified Full-Stack Web Application that automates daily roll-calls and fee tracking.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Calculation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SMS/Email Alert Triggers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 (Admin/Parent)</a:t>
            </a:r>
          </a:p>
        </p:txBody>
      </p:sp>
    </p:spTree>
    <p:extLst>
      <p:ext uri="{BB962C8B-B14F-4D97-AF65-F5344CB8AC3E}">
        <p14:creationId xmlns:p14="http://schemas.microsoft.com/office/powerpoint/2010/main" val="251244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76284-80EA-4942-B8D3-2AD5EEE5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C2CC-A102-4DEE-9B12-9FD1B8BA56E3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79220F-5F82-4C85-AF77-F0A01CEA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3B43D-0E82-444C-9049-F609A3FDA500}"/>
              </a:ext>
            </a:extLst>
          </p:cNvPr>
          <p:cNvSpPr/>
          <p:nvPr/>
        </p:nvSpPr>
        <p:spPr>
          <a:xfrm>
            <a:off x="838200" y="504825"/>
            <a:ext cx="65407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12D7DD-F041-421A-96EA-5EBD49330D89}"/>
              </a:ext>
            </a:extLst>
          </p:cNvPr>
          <p:cNvSpPr/>
          <p:nvPr/>
        </p:nvSpPr>
        <p:spPr>
          <a:xfrm>
            <a:off x="838200" y="1514475"/>
            <a:ext cx="83058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Web Development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on the MERN stack for high performance and scalability: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MongoDB: NoSQL database for flexible student records.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&amp; Node.js: Scalable backend server logic.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React.js: Dynamic and responsive user interfaces.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Twilio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Alert mechanisms.</a:t>
            </a:r>
          </a:p>
        </p:txBody>
      </p:sp>
    </p:spTree>
    <p:extLst>
      <p:ext uri="{BB962C8B-B14F-4D97-AF65-F5344CB8AC3E}">
        <p14:creationId xmlns:p14="http://schemas.microsoft.com/office/powerpoint/2010/main" val="37111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B0168-8C2E-4D0D-9D82-7B32B113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0C2FD4-261B-403A-A8F1-73F43A16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5241D-14C1-4BE4-BB80-5B92615F6D22}"/>
              </a:ext>
            </a:extLst>
          </p:cNvPr>
          <p:cNvSpPr/>
          <p:nvPr/>
        </p:nvSpPr>
        <p:spPr>
          <a:xfrm>
            <a:off x="600075" y="381000"/>
            <a:ext cx="65285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35EB01-63AF-496F-9F5E-954D5B37907E}"/>
              </a:ext>
            </a:extLst>
          </p:cNvPr>
          <p:cNvSpPr/>
          <p:nvPr/>
        </p:nvSpPr>
        <p:spPr>
          <a:xfrm>
            <a:off x="600075" y="1200150"/>
            <a:ext cx="854392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Flow: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follows a standard three-tier model to ensure separation of concerns and maintainability.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Layer: React Components for Admin &amp; User Dashboards.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Layer: Node.js API handling business rules for alerts.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Layer: MongoDB storing user profiles and transaction history.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DBCC3-C9F3-4EFA-9B79-7EEAA7E38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76725"/>
            <a:ext cx="6870784" cy="244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5BFB8-EAB3-41F3-B583-C29E0BF3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C2CC-A102-4DEE-9B12-9FD1B8BA56E3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060B32-5F94-4A73-B2C7-FBCE789F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B9AAA0-EC95-48DB-87C1-55B60DA4115D}"/>
              </a:ext>
            </a:extLst>
          </p:cNvPr>
          <p:cNvSpPr/>
          <p:nvPr/>
        </p:nvSpPr>
        <p:spPr>
          <a:xfrm>
            <a:off x="561975" y="457200"/>
            <a:ext cx="66417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System Modules: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DF2270-BDB1-46C0-B51D-C6F27E71D62D}"/>
              </a:ext>
            </a:extLst>
          </p:cNvPr>
          <p:cNvSpPr/>
          <p:nvPr/>
        </p:nvSpPr>
        <p:spPr>
          <a:xfrm>
            <a:off x="628650" y="1152525"/>
            <a:ext cx="851535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&amp; Fee Tracking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is divided into functional modules for seamless operations.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Management: Registration of Students and Staff.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Engine: Daily marking and percentage auto-calculation.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67%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 Ledger: Payment history, dues tracking, and receipt generation.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Controller: The logic behind automated parent alerts.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E69A88-38D9-47A9-8DEB-02382EE7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75" y="1047750"/>
            <a:ext cx="44958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85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C0076-8185-4F88-A943-8C991DA3E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B39A96-4808-4502-A925-30EA11DC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09473-8AAD-482F-9240-51D1889B9077}"/>
              </a:ext>
            </a:extLst>
          </p:cNvPr>
          <p:cNvSpPr/>
          <p:nvPr/>
        </p:nvSpPr>
        <p:spPr>
          <a:xfrm>
            <a:off x="533400" y="276225"/>
            <a:ext cx="635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Alert Logic: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C68C8-F72E-4FDB-AD4F-4568869E17ED}"/>
              </a:ext>
            </a:extLst>
          </p:cNvPr>
          <p:cNvSpPr/>
          <p:nvPr/>
        </p:nvSpPr>
        <p:spPr>
          <a:xfrm>
            <a:off x="533400" y="895349"/>
            <a:ext cx="11658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THRESHOLD   75 %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Trigger System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runs a background script (Cron Job) that monitors daily records. If a student's attendance falls below the specified percentage, an automatic warning is dispatched.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Status = {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SMS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Present Days &lt; 0.75 Total Days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Email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ifFee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 &gt; 0</a:t>
            </a:r>
          </a:p>
        </p:txBody>
      </p:sp>
    </p:spTree>
    <p:extLst>
      <p:ext uri="{BB962C8B-B14F-4D97-AF65-F5344CB8AC3E}">
        <p14:creationId xmlns:p14="http://schemas.microsoft.com/office/powerpoint/2010/main" val="1100661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BFBE8-81DF-4561-ACBD-FC66414B7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C2CC-A102-4DEE-9B12-9FD1B8BA56E3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33E58-9045-4D77-8351-9F2A2F91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63793-5F03-42FF-8EAD-6AEEE2677576}"/>
              </a:ext>
            </a:extLst>
          </p:cNvPr>
          <p:cNvSpPr/>
          <p:nvPr/>
        </p:nvSpPr>
        <p:spPr>
          <a:xfrm>
            <a:off x="342900" y="342900"/>
            <a:ext cx="11315700" cy="3999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Alert Mechanism: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lnSpc>
                <a:spcPct val="2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TransparencyThe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SMS notification ensures that parents are instantly notified when their child is absent, promoting accountability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safety.Fee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notifications are sent 5 days prior to the deadline, reducing late payment instances significantly through persistent, friendly reminders.</a:t>
            </a:r>
          </a:p>
        </p:txBody>
      </p:sp>
    </p:spTree>
    <p:extLst>
      <p:ext uri="{BB962C8B-B14F-4D97-AF65-F5344CB8AC3E}">
        <p14:creationId xmlns:p14="http://schemas.microsoft.com/office/powerpoint/2010/main" val="2637308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8DE53-EB79-48CD-B8A1-B99D2E21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C2CC-A102-4DEE-9B12-9FD1B8BA56E3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40CD16-58FA-4F52-9618-E4D1A97E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9967F0-E275-4A45-A6F0-8E95D750AA41}"/>
              </a:ext>
            </a:extLst>
          </p:cNvPr>
          <p:cNvSpPr/>
          <p:nvPr/>
        </p:nvSpPr>
        <p:spPr>
          <a:xfrm>
            <a:off x="581025" y="400050"/>
            <a:ext cx="64384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4394BF-00F1-4EE9-A4C0-9F6A08C8937C}"/>
              </a:ext>
            </a:extLst>
          </p:cNvPr>
          <p:cNvSpPr/>
          <p:nvPr/>
        </p:nvSpPr>
        <p:spPr>
          <a:xfrm>
            <a:off x="581025" y="1028700"/>
            <a:ext cx="85629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MongoDB, we maintain structured relations via Student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IDs:Students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basic info, parent contact,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class.Attendance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Date, Status (P/A),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StudentRef.Fees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Amount,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DueDar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PaidStatus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F3A5F4-31AE-44A0-AB5D-7FF0AD2C4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343094"/>
            <a:ext cx="8343900" cy="373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9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76" y="1247874"/>
            <a:ext cx="9816544" cy="475668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C77D-0DCD-4F3F-AA15-EDC39325D892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A5B0-5DC3-45AD-8579-8EB4A7AB2B66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644</Words>
  <Application>Microsoft Office PowerPoint</Application>
  <PresentationFormat>Widescreen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     DEPARTMENT OF ELECTRONICS AND COMMUNICATION ENGINEERING  ATTENDANCE  MONITROING AND FEE NOTIFICATION SYSTEM WITH PARENT ALERT MECHANISM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ELECTRONICS AND COMMUNICATION ENGINEERING  SKIN CANCER DETECTION USING DEEP LEARNING TECHNIQUE</dc:title>
  <dc:creator>S.T.RAMA</dc:creator>
  <cp:lastModifiedBy>HP</cp:lastModifiedBy>
  <cp:revision>24</cp:revision>
  <dcterms:created xsi:type="dcterms:W3CDTF">2024-01-09T06:10:00Z</dcterms:created>
  <dcterms:modified xsi:type="dcterms:W3CDTF">2026-06-30T01:34:50Z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9AE8F070057B4D2D90FDE58C17F4AA95_13</vt:lpwstr>
  </property>
  <property fmtid="{D5CDD505-2E9C-101B-9397-08002B2CF9AE}" pid="3" name="KSOProductBuildVer">
    <vt:lpwstr>1033-12.1.0.26880</vt:lpwstr>
  </property>
</Properties>
</file>